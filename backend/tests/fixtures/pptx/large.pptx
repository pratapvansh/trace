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 in a large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 in a large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 in a large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 in a large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5 in a large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6 in a large 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7 in a large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8 in a large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9 in a large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10 in a large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11 in a large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12 in a large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13 in a large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14 in a large presentation.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15 in a large presentation.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16 in a large presentation.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17 in a large presentation.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18 in a large presentation.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19 in a large presentation.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20 in a large presentation.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21 in a large presentation.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22 in a large presentation.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23 in a large presentation.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24 in a large presentation.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25 in a large presentation.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26 in a large presentation.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27 in a large presentation.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28 in a large presentation.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29 in a large presentation.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30 in a large presentation.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31 in a large presentation.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32 in a large presentation.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33 in a large presentation.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34 in a large presentation.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35 in a large presentation.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36 in a large presentation.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37 in a large presentation.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38 in a large presentation.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39 in a large presentation.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40 in a large presentation.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41 in a large presentation.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42 in a large presentation.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43 in a large presentation.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44 in a large presentation.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45 in a large presentation.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46 in a large presentation.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47 in a large presentation.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48 in a large presentation.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49 in a large presentation.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50 in a large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
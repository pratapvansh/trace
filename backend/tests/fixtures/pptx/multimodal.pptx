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discuss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list:</a:t>
            </a:r>
          </a:p>
          <a:p>
            <a:pPr lvl="1"/>
            <a:r>
              <a:t>Item one</a:t>
            </a:r>
          </a:p>
          <a:p>
            <a:pPr lvl="1"/>
            <a:r>
              <a:t>Item two</a:t>
            </a:r>
          </a:p>
          <a:p>
            <a:pPr lvl="2"/>
            <a:r>
              <a:t>Sub item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2004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
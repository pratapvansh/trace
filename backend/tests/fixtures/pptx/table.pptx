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9144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6096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Notes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Pump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Running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Valve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Repair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Needs replacement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
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ABC Petrochemicals Pvt. Ltd.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Gujarat Manufacturing Plant  --  Plant Overview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Presented By: Rajesh Mehta (Plant Director)</a:t>
            </a:r>
          </a:p>
          <a:p>
            <a:pPr>
              <a:spcAft>
                <a:spcPts val="800"/>
              </a:spcAft>
              <a:defRPr sz="2000"/>
            </a:pPr>
            <a:r>
              <a:t>Date: 01-Jun-2026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Plant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Location: Gujarat, India</a:t>
            </a:r>
          </a:p>
          <a:p>
            <a:pPr>
              <a:spcAft>
                <a:spcPts val="800"/>
              </a:spcAft>
              <a:defRPr sz="2000"/>
            </a:pPr>
            <a:r>
              <a:t>Established: 1998 (Major Expansion: 2015)</a:t>
            </a:r>
          </a:p>
          <a:p>
            <a:pPr>
              <a:spcAft>
                <a:spcPts val="800"/>
              </a:spcAft>
              <a:defRPr sz="2000"/>
            </a:pPr>
            <a:r>
              <a:t>Area: 85 hectares</a:t>
            </a:r>
          </a:p>
          <a:p>
            <a:pPr>
              <a:spcAft>
                <a:spcPts val="800"/>
              </a:spcAft>
              <a:defRPr sz="2000"/>
            </a:pPr>
            <a:r>
              <a:t>Employees: 450 (incl. 120 contract staff)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Products: Ethylene, Propylene, Polyethylene Intermediates</a:t>
            </a:r>
          </a:p>
          <a:p>
            <a:pPr>
              <a:spcAft>
                <a:spcPts val="800"/>
              </a:spcAft>
              <a:defRPr sz="2000"/>
            </a:pPr>
            <a:r>
              <a:t>Annual Capacity: 250,000 MT ethylene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Key Plant Units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Ethylene Cracker Unit (F-101 furnace)</a:t>
            </a:r>
          </a:p>
          <a:p>
            <a:pPr>
              <a:spcAft>
                <a:spcPts val="800"/>
              </a:spcAft>
              <a:defRPr sz="2000"/>
            </a:pPr>
            <a:r>
              <a:t>2. Fractionation Unit (C-4101 deethanizer)</a:t>
            </a:r>
          </a:p>
          <a:p>
            <a:pPr>
              <a:spcAft>
                <a:spcPts val="800"/>
              </a:spcAft>
              <a:defRPr sz="2000"/>
            </a:pPr>
            <a:r>
              <a:t>3. Utilities (B-101 boiler, CT-01 cooling tower, C-201 compressor)</a:t>
            </a:r>
          </a:p>
          <a:p>
            <a:pPr>
              <a:spcAft>
                <a:spcPts val="800"/>
              </a:spcAft>
              <a:defRPr sz="2000"/>
            </a:pPr>
            <a:r>
              <a:t>4. Tank Farm (T-501, T-3301 storage)</a:t>
            </a:r>
          </a:p>
          <a:p>
            <a:pPr>
              <a:spcAft>
                <a:spcPts val="800"/>
              </a:spcAft>
              <a:defRPr sz="2000"/>
            </a:pPr>
            <a:r>
              <a:t>5. Pipeline Network (L-401)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Support Infrastructure:</a:t>
            </a:r>
          </a:p>
          <a:p>
            <a:pPr>
              <a:spcAft>
                <a:spcPts val="800"/>
              </a:spcAft>
              <a:defRPr sz="2000"/>
            </a:pPr>
            <a:r>
              <a:t>   • DCS: Yokogawa CENTUM VP</a:t>
            </a:r>
          </a:p>
          <a:p>
            <a:pPr>
              <a:spcAft>
                <a:spcPts val="800"/>
              </a:spcAft>
              <a:defRPr sz="2000"/>
            </a:pPr>
            <a:r>
              <a:t>   • SIS: Triconex (SIL-2 / SIL-3)</a:t>
            </a:r>
          </a:p>
          <a:p>
            <a:pPr>
              <a:spcAft>
                <a:spcPts val="800"/>
              </a:spcAft>
              <a:defRPr sz="2000"/>
            </a:pPr>
            <a:r>
              <a:t>   • Maintenance Workshop &amp; Warehouse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Key Initiatives  --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Digital Transformation: TRACE platform deployment (in progress)</a:t>
            </a:r>
          </a:p>
          <a:p>
            <a:pPr>
              <a:spcAft>
                <a:spcPts val="800"/>
              </a:spcAft>
              <a:defRPr sz="2000"/>
            </a:pPr>
            <a:r>
              <a:t>2. Energy Efficiency: Cracker furnace tube replacement (Q4 2026)</a:t>
            </a:r>
          </a:p>
          <a:p>
            <a:pPr>
              <a:spcAft>
                <a:spcPts val="800"/>
              </a:spcAft>
              <a:defRPr sz="2000"/>
            </a:pPr>
            <a:r>
              <a:t>3. Safety: Target 1,000 LTI-free days</a:t>
            </a:r>
          </a:p>
          <a:p>
            <a:pPr>
              <a:spcAft>
                <a:spcPts val="800"/>
              </a:spcAft>
              <a:defRPr sz="2000"/>
            </a:pPr>
            <a:r>
              <a:t>4. Maintenance: Predictive analytics pilot on C-201 compressor</a:t>
            </a:r>
          </a:p>
          <a:p>
            <a:pPr>
              <a:spcAft>
                <a:spcPts val="800"/>
              </a:spcAft>
              <a:defRPr sz="2000"/>
            </a:pPr>
            <a:r>
              <a:t>5. Environmental: Zero liquid discharge (ZLD) feasibility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Operations Team: Vikram Singh, Sanjay Patel</a:t>
            </a:r>
          </a:p>
          <a:p>
            <a:pPr>
              <a:spcAft>
                <a:spcPts val="800"/>
              </a:spcAft>
              <a:defRPr sz="2000"/>
            </a:pPr>
            <a:r>
              <a:t>Engineering: Priya Sharma</a:t>
            </a:r>
          </a:p>
          <a:p>
            <a:pPr>
              <a:spcAft>
                <a:spcPts val="800"/>
              </a:spcAft>
              <a:defRPr sz="2000"/>
            </a:pPr>
            <a:r>
              <a:t>Maintenance: Suresh Kumar</a:t>
            </a:r>
          </a:p>
          <a:p>
            <a:pPr>
              <a:spcAft>
                <a:spcPts val="800"/>
              </a:spcAft>
              <a:defRPr sz="2000"/>
            </a:pPr>
            <a:r>
              <a:t>HSE: Deepak Joshi, Ananya Gupta</a:t>
            </a:r>
          </a:p>
          <a:p>
            <a:pPr>
              <a:spcAft>
                <a:spcPts val="800"/>
              </a:spcAft>
              <a:defRPr sz="2000"/>
            </a:pPr>
            <a:r>
              <a:t>Quality: Meena Iyer</a:t>
            </a:r>
          </a:p>
          <a:p>
            <a:pPr>
              <a:spcAft>
                <a:spcPts val="800"/>
              </a:spcAft>
              <a:defRPr sz="2000"/>
            </a:pPr>
            <a:r>
              <a:t>IT &amp; Systems: Amit Patel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